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986" r:id="rId4"/>
  </p:sldMasterIdLst>
  <p:notesMasterIdLst>
    <p:notesMasterId r:id="rId18"/>
  </p:notesMasterIdLst>
  <p:handoutMasterIdLst>
    <p:handoutMasterId r:id="rId19"/>
  </p:handoutMasterIdLst>
  <p:sldIdLst>
    <p:sldId id="3635" r:id="rId5"/>
    <p:sldId id="3636" r:id="rId6"/>
    <p:sldId id="509" r:id="rId7"/>
    <p:sldId id="3673" r:id="rId8"/>
    <p:sldId id="3660" r:id="rId9"/>
    <p:sldId id="528" r:id="rId10"/>
    <p:sldId id="3674" r:id="rId11"/>
    <p:sldId id="3671" r:id="rId12"/>
    <p:sldId id="3664" r:id="rId13"/>
    <p:sldId id="3675" r:id="rId14"/>
    <p:sldId id="3672" r:id="rId15"/>
    <p:sldId id="3665" r:id="rId16"/>
    <p:sldId id="36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FF"/>
    <a:srgbClr val="9933FF"/>
    <a:srgbClr val="66669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12" autoAdjust="0"/>
    <p:restoredTop sz="74726" autoAdjust="0"/>
  </p:normalViewPr>
  <p:slideViewPr>
    <p:cSldViewPr snapToGrid="0">
      <p:cViewPr varScale="1">
        <p:scale>
          <a:sx n="93" d="100"/>
          <a:sy n="93" d="100"/>
        </p:scale>
        <p:origin x="20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y Kimpel" userId="a4b152e4-7c2c-406b-aeaf-55c467616911" providerId="ADAL" clId="{B73FD67B-3E2F-5850-87A5-9A6C4F440222}"/>
    <pc:docChg chg="undo custSel modSld">
      <pc:chgData name="Harry Kimpel" userId="a4b152e4-7c2c-406b-aeaf-55c467616911" providerId="ADAL" clId="{B73FD67B-3E2F-5850-87A5-9A6C4F440222}" dt="2026-01-28T18:00:02.668" v="194" actId="20577"/>
      <pc:docMkLst>
        <pc:docMk/>
      </pc:docMkLst>
      <pc:sldChg chg="modSp mod">
        <pc:chgData name="Harry Kimpel" userId="a4b152e4-7c2c-406b-aeaf-55c467616911" providerId="ADAL" clId="{B73FD67B-3E2F-5850-87A5-9A6C4F440222}" dt="2026-01-28T17:58:17.949" v="182" actId="6549"/>
        <pc:sldMkLst>
          <pc:docMk/>
          <pc:sldMk cId="4086393502" sldId="509"/>
        </pc:sldMkLst>
        <pc:spChg chg="mod">
          <ac:chgData name="Harry Kimpel" userId="a4b152e4-7c2c-406b-aeaf-55c467616911" providerId="ADAL" clId="{B73FD67B-3E2F-5850-87A5-9A6C4F440222}" dt="2026-01-28T17:58:17.949" v="182" actId="6549"/>
          <ac:spMkLst>
            <pc:docMk/>
            <pc:sldMk cId="4086393502" sldId="509"/>
            <ac:spMk id="4" creationId="{31D3DF15-4403-D489-FA65-6DA8B097E53F}"/>
          </ac:spMkLst>
        </pc:spChg>
      </pc:sldChg>
      <pc:sldChg chg="modSp mod">
        <pc:chgData name="Harry Kimpel" userId="a4b152e4-7c2c-406b-aeaf-55c467616911" providerId="ADAL" clId="{B73FD67B-3E2F-5850-87A5-9A6C4F440222}" dt="2026-01-28T17:55:27.842" v="3"/>
        <pc:sldMkLst>
          <pc:docMk/>
          <pc:sldMk cId="1858828968" sldId="3635"/>
        </pc:sldMkLst>
        <pc:spChg chg="mod">
          <ac:chgData name="Harry Kimpel" userId="a4b152e4-7c2c-406b-aeaf-55c467616911" providerId="ADAL" clId="{B73FD67B-3E2F-5850-87A5-9A6C4F440222}" dt="2026-01-28T17:55:27.842" v="3"/>
          <ac:spMkLst>
            <pc:docMk/>
            <pc:sldMk cId="1858828968" sldId="3635"/>
            <ac:spMk id="2" creationId="{8FF79584-2A68-E4C0-6F82-610A3B2D774A}"/>
          </ac:spMkLst>
        </pc:spChg>
        <pc:spChg chg="mod">
          <ac:chgData name="Harry Kimpel" userId="a4b152e4-7c2c-406b-aeaf-55c467616911" providerId="ADAL" clId="{B73FD67B-3E2F-5850-87A5-9A6C4F440222}" dt="2026-01-28T17:55:23.098" v="2" actId="20577"/>
          <ac:spMkLst>
            <pc:docMk/>
            <pc:sldMk cId="1858828968" sldId="3635"/>
            <ac:spMk id="4" creationId="{00000000-0000-0000-0000-000000000000}"/>
          </ac:spMkLst>
        </pc:spChg>
      </pc:sldChg>
      <pc:sldChg chg="modSp mod">
        <pc:chgData name="Harry Kimpel" userId="a4b152e4-7c2c-406b-aeaf-55c467616911" providerId="ADAL" clId="{B73FD67B-3E2F-5850-87A5-9A6C4F440222}" dt="2026-01-28T17:56:41.647" v="62" actId="20577"/>
        <pc:sldMkLst>
          <pc:docMk/>
          <pc:sldMk cId="4163897614" sldId="3636"/>
        </pc:sldMkLst>
        <pc:spChg chg="mod">
          <ac:chgData name="Harry Kimpel" userId="a4b152e4-7c2c-406b-aeaf-55c467616911" providerId="ADAL" clId="{B73FD67B-3E2F-5850-87A5-9A6C4F440222}" dt="2026-01-28T17:56:02.685" v="8"/>
          <ac:spMkLst>
            <pc:docMk/>
            <pc:sldMk cId="4163897614" sldId="3636"/>
            <ac:spMk id="3" creationId="{65EF49C9-ADEF-4199-87BD-25B691F4E4AF}"/>
          </ac:spMkLst>
        </pc:spChg>
        <pc:spChg chg="mod">
          <ac:chgData name="Harry Kimpel" userId="a4b152e4-7c2c-406b-aeaf-55c467616911" providerId="ADAL" clId="{B73FD67B-3E2F-5850-87A5-9A6C4F440222}" dt="2026-01-28T17:56:11.687" v="20" actId="20577"/>
          <ac:spMkLst>
            <pc:docMk/>
            <pc:sldMk cId="4163897614" sldId="3636"/>
            <ac:spMk id="12" creationId="{75CC7858-BF12-7E43-99A3-CE60C78A568D}"/>
          </ac:spMkLst>
        </pc:spChg>
        <pc:spChg chg="mod">
          <ac:chgData name="Harry Kimpel" userId="a4b152e4-7c2c-406b-aeaf-55c467616911" providerId="ADAL" clId="{B73FD67B-3E2F-5850-87A5-9A6C4F440222}" dt="2026-01-28T17:56:41.647" v="62" actId="20577"/>
          <ac:spMkLst>
            <pc:docMk/>
            <pc:sldMk cId="4163897614" sldId="3636"/>
            <ac:spMk id="14" creationId="{9A346C37-9DD6-7148-8A83-59A2EC49278C}"/>
          </ac:spMkLst>
        </pc:spChg>
      </pc:sldChg>
      <pc:sldChg chg="modSp mod">
        <pc:chgData name="Harry Kimpel" userId="a4b152e4-7c2c-406b-aeaf-55c467616911" providerId="ADAL" clId="{B73FD67B-3E2F-5850-87A5-9A6C4F440222}" dt="2026-01-28T18:00:02.668" v="194" actId="20577"/>
        <pc:sldMkLst>
          <pc:docMk/>
          <pc:sldMk cId="2990754167" sldId="3673"/>
        </pc:sldMkLst>
        <pc:spChg chg="mod">
          <ac:chgData name="Harry Kimpel" userId="a4b152e4-7c2c-406b-aeaf-55c467616911" providerId="ADAL" clId="{B73FD67B-3E2F-5850-87A5-9A6C4F440222}" dt="2026-01-28T18:00:02.668" v="194" actId="20577"/>
          <ac:spMkLst>
            <pc:docMk/>
            <pc:sldMk cId="2990754167" sldId="3673"/>
            <ac:spMk id="2" creationId="{B0B3C1D8-997A-3307-B567-5C31F43276DE}"/>
          </ac:spMkLst>
        </pc:spChg>
        <pc:spChg chg="mod">
          <ac:chgData name="Harry Kimpel" userId="a4b152e4-7c2c-406b-aeaf-55c467616911" providerId="ADAL" clId="{B73FD67B-3E2F-5850-87A5-9A6C4F440222}" dt="2026-01-28T17:59:54.045" v="190" actId="122"/>
          <ac:spMkLst>
            <pc:docMk/>
            <pc:sldMk cId="2990754167" sldId="3673"/>
            <ac:spMk id="3" creationId="{2F3AC27F-55BE-EAA1-2E0E-6E854A75AFE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F29697-4A6D-AC4B-B035-E737BE26C24F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166E8A-67CA-C341-8374-503D670F7D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9878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795838-E26F-BF4F-AF40-5695E293B9B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5375D1-61FB-3243-8074-59CD80939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384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is a template for What The Hack lectures.</a:t>
            </a:r>
          </a:p>
          <a:p>
            <a:endParaRPr lang="en-US" dirty="0"/>
          </a:p>
          <a:p>
            <a:r>
              <a:rPr lang="en-US" dirty="0"/>
              <a:t>It is recommended that Coaches deliver mini-lectures ahead of each Challenge that set context for the challenge and introduce &amp; explain any key technologies.</a:t>
            </a:r>
          </a:p>
          <a:p>
            <a:endParaRPr lang="en-US" dirty="0"/>
          </a:p>
          <a:p>
            <a:r>
              <a:rPr lang="en-US" dirty="0"/>
              <a:t>At a minimum, it is handy to have a slide with the key goals of each challenge to display on the screen when running the hack in-person.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5375D1-61FB-3243-8074-59CD809395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10696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Coaches/Presenters for THIS hack/lecture event should be listed on this slide.</a:t>
            </a:r>
          </a:p>
          <a:p>
            <a:endParaRPr lang="en-US" dirty="0"/>
          </a:p>
          <a:p>
            <a:r>
              <a:rPr lang="en-US" dirty="0"/>
              <a:t>Original contributors to the hack content &amp; these slides include:</a:t>
            </a:r>
          </a:p>
          <a:p>
            <a:endParaRPr lang="en-US" dirty="0"/>
          </a:p>
          <a:p>
            <a:r>
              <a:rPr lang="en-US" dirty="0"/>
              <a:t>Please list original contributors to this hack here in the speaker notes and give them credit when delivering this content.</a:t>
            </a:r>
          </a:p>
          <a:p>
            <a:endParaRPr lang="en-US" dirty="0"/>
          </a:p>
          <a:p>
            <a:r>
              <a:rPr lang="en-US" dirty="0"/>
              <a:t>&lt;Original Author 1&gt;</a:t>
            </a:r>
          </a:p>
          <a:p>
            <a:r>
              <a:rPr lang="en-US" dirty="0"/>
              <a:t>&lt;Original Author 2&gt;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&lt;Original Author N&gt;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3A18DF-2E2C-4B51-B31A-8EAAD44872A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682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Modify this slide and add the pre-</a:t>
            </a:r>
            <a:r>
              <a:rPr lang="en-US" dirty="0" err="1"/>
              <a:t>reqs</a:t>
            </a:r>
            <a:r>
              <a:rPr lang="en-US" dirty="0"/>
              <a:t> specific to your hack here.</a:t>
            </a:r>
          </a:p>
          <a:p>
            <a:endParaRPr lang="en-US" dirty="0"/>
          </a:p>
          <a:p>
            <a:r>
              <a:rPr lang="en-US" dirty="0"/>
              <a:t>Each challenge slide should list the key goals for the challenge.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1D71AE-08D6-4951-B1CF-CF97299DB5E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4032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for a lecture slide with bullets (if you need them).</a:t>
            </a:r>
          </a:p>
          <a:p>
            <a:endParaRPr lang="en-US" dirty="0"/>
          </a:p>
          <a:p>
            <a:r>
              <a:rPr lang="en-US" dirty="0"/>
              <a:t>Try to NOT use bullet lists in your presentation.  </a:t>
            </a:r>
          </a:p>
          <a:p>
            <a:r>
              <a:rPr lang="en-US" dirty="0"/>
              <a:t>Diagrams, puppy pictures, </a:t>
            </a:r>
            <a:r>
              <a:rPr lang="en-US" dirty="0" err="1"/>
              <a:t>etc</a:t>
            </a:r>
            <a:r>
              <a:rPr lang="en-US" dirty="0"/>
              <a:t> are always better.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2A19410-49C3-46C5-A633-999FD8C441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9804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challenge, list out the key high-level goals.</a:t>
            </a:r>
          </a:p>
          <a:p>
            <a:r>
              <a:rPr lang="en-US" dirty="0"/>
              <a:t>If there are important specifications, list them here, or remind students to “read the student guide!”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1D71AE-08D6-4951-B1CF-CF97299DB5E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6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for a lecture slide with bullets (if you need them).</a:t>
            </a:r>
          </a:p>
          <a:p>
            <a:endParaRPr lang="en-US" dirty="0"/>
          </a:p>
          <a:p>
            <a:r>
              <a:rPr lang="en-US" dirty="0"/>
              <a:t>Try to NOT use bullet lists in your presentation.  </a:t>
            </a:r>
          </a:p>
          <a:p>
            <a:r>
              <a:rPr lang="en-US" dirty="0"/>
              <a:t>Diagrams, puppy pictures, </a:t>
            </a:r>
            <a:r>
              <a:rPr lang="en-US" dirty="0" err="1"/>
              <a:t>etc</a:t>
            </a:r>
            <a:r>
              <a:rPr lang="en-US" dirty="0"/>
              <a:t> are always better.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2A19410-49C3-46C5-A633-999FD8C441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1555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challenge, list out the key high-level goals.</a:t>
            </a:r>
          </a:p>
          <a:p>
            <a:r>
              <a:rPr lang="en-US" dirty="0"/>
              <a:t>If there are important specifications, list them here, or remind students to “read the student guide!”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1D71AE-08D6-4951-B1CF-CF97299DB5E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5387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for a lecture slide with bullets (if you need them).</a:t>
            </a:r>
          </a:p>
          <a:p>
            <a:endParaRPr lang="en-US" dirty="0"/>
          </a:p>
          <a:p>
            <a:r>
              <a:rPr lang="en-US" dirty="0"/>
              <a:t>Try to NOT use bullet lists in your presentation.  </a:t>
            </a:r>
          </a:p>
          <a:p>
            <a:r>
              <a:rPr lang="en-US" dirty="0"/>
              <a:t>Diagrams, puppy pictures, </a:t>
            </a:r>
            <a:r>
              <a:rPr lang="en-US" dirty="0" err="1"/>
              <a:t>etc</a:t>
            </a:r>
            <a:r>
              <a:rPr lang="en-US" dirty="0"/>
              <a:t> are always better.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2A19410-49C3-46C5-A633-999FD8C441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62914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challenge, list out the key high-level goals.</a:t>
            </a:r>
          </a:p>
          <a:p>
            <a:r>
              <a:rPr lang="en-US" dirty="0"/>
              <a:t>If there are important specifications, list them here, or remind students to “read the student guide!”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1D71AE-08D6-4951-B1CF-CF97299DB5E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97946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students for attending and share the link to the What The Hack website with them.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5375D1-61FB-3243-8074-59CD809395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725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0F129-10C1-45D2-9366-5F6200A7B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62162"/>
            <a:ext cx="9144000" cy="1856695"/>
          </a:xfrm>
        </p:spPr>
        <p:txBody>
          <a:bodyPr anchor="b" anchorCtr="1">
            <a:normAutofit/>
          </a:bodyPr>
          <a:lstStyle>
            <a:lvl1pPr algn="ctr">
              <a:defRPr sz="5400">
                <a:solidFill>
                  <a:srgbClr val="9966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EFEC74-E711-408B-8EE8-74ADEEE779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18857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rgbClr val="FFC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3DD10-7612-4933-A9DE-52C8DEC05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8C126-9EBB-4868-91BE-B4CC2CE0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99CA16-E167-4853-A100-2E054D32B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7D08AF1E-B0D5-63DF-0F2D-FD629FBF12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2610" y="23813"/>
            <a:ext cx="8586780" cy="22277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546358A-FFF7-5AD1-79D7-CD5BFC6B9788}"/>
              </a:ext>
            </a:extLst>
          </p:cNvPr>
          <p:cNvSpPr txBox="1"/>
          <p:nvPr userDrawn="1"/>
        </p:nvSpPr>
        <p:spPr>
          <a:xfrm>
            <a:off x="11752976" y="65350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24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0B4F0-360B-4EB9-96E3-81C44E0D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861" y="29565"/>
            <a:ext cx="11258725" cy="1325563"/>
          </a:xfrm>
        </p:spPr>
        <p:txBody>
          <a:bodyPr>
            <a:normAutofit/>
          </a:bodyPr>
          <a:lstStyle>
            <a:lvl1pPr>
              <a:defRPr sz="540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40711-1DC8-49A6-B5F5-4132DFE31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6129"/>
            <a:ext cx="10515600" cy="483205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645B8-FCD4-4220-8D4A-7939D7A68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00D7-3212-49A0-A793-E3173C0B5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A8383-8F48-4AB8-8F64-6C8A9645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63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-Titl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0B4F0-360B-4EB9-96E3-81C44E0D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09" y="78937"/>
            <a:ext cx="11189766" cy="888015"/>
          </a:xfrm>
        </p:spPr>
        <p:txBody>
          <a:bodyPr anchor="b" anchorCtr="0">
            <a:normAutofit/>
          </a:bodyPr>
          <a:lstStyle>
            <a:lvl1pPr>
              <a:defRPr sz="5400" b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40711-1DC8-49A6-B5F5-4132DFE31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36" y="1685557"/>
            <a:ext cx="10515600" cy="456690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645B8-FCD4-4220-8D4A-7939D7A68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00D7-3212-49A0-A793-E3173C0B5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A8383-8F48-4AB8-8F64-6C8A9645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38FEA66-B7E9-6710-D9E6-19E07A3DB9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1705" y="903894"/>
            <a:ext cx="11189766" cy="614362"/>
          </a:xfrm>
        </p:spPr>
        <p:txBody>
          <a:bodyPr>
            <a:normAutofit/>
          </a:bodyPr>
          <a:lstStyle>
            <a:lvl1pPr marL="0" indent="0">
              <a:buNone/>
              <a:defRPr sz="3200" b="1">
                <a:solidFill>
                  <a:srgbClr val="7030A0"/>
                </a:solidFill>
              </a:defRPr>
            </a:lvl1pPr>
          </a:lstStyle>
          <a:p>
            <a:pPr lvl="0"/>
            <a:r>
              <a:rPr lang="en-US" dirty="0"/>
              <a:t>Click to add sub-title</a:t>
            </a:r>
          </a:p>
        </p:txBody>
      </p:sp>
    </p:spTree>
    <p:extLst>
      <p:ext uri="{BB962C8B-B14F-4D97-AF65-F5344CB8AC3E}">
        <p14:creationId xmlns:p14="http://schemas.microsoft.com/office/powerpoint/2010/main" val="179428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0AD11-B0DD-4350-A7FF-FA0E289A3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317852"/>
            <a:ext cx="10515600" cy="2132919"/>
          </a:xfrm>
        </p:spPr>
        <p:txBody>
          <a:bodyPr anchor="b" anchorCtr="1">
            <a:normAutofit/>
          </a:bodyPr>
          <a:lstStyle>
            <a:lvl1pPr>
              <a:defRPr sz="6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1ABD6-1D73-47E2-B772-7F319368963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3450771"/>
            <a:ext cx="10515600" cy="1500187"/>
          </a:xfrm>
        </p:spPr>
        <p:txBody>
          <a:bodyPr anchor="t" anchorCtr="1">
            <a:normAutofit/>
          </a:bodyPr>
          <a:lstStyle>
            <a:lvl1pPr marL="0" indent="0">
              <a:buNone/>
              <a:defRPr sz="4400">
                <a:solidFill>
                  <a:srgbClr val="9966F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sub-title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0C594-A3F7-4D23-83DE-AE64DDA2F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FA030-C3D4-4735-9CB8-B0CF2F46D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6CA0-B0BA-4664-AFF4-BA477CEE5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Text&#10;&#10;Description automatically generated with medium confidence">
            <a:extLst>
              <a:ext uri="{FF2B5EF4-FFF2-40B4-BE49-F238E27FC236}">
                <a16:creationId xmlns:a16="http://schemas.microsoft.com/office/drawing/2014/main" id="{A35AF375-9C2D-49F8-461B-264347C90D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66549" y="-360558"/>
            <a:ext cx="4173794" cy="1964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7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855AA-2584-49CC-8731-18F9529E5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54E24-6900-4B12-AE9F-BAF7C04FD3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333AF-3834-44E0-857A-88952F4CBA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DE49D-90CB-429A-94C5-9F6646338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09976-3079-4A2A-A63D-4D6F72660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E80AF1-1FF7-4244-B217-04948F8B3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67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9FB0-7BBC-4674-A33E-F57AE3BB7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89B338-ACE3-408C-A4D9-900630EF6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5FC5E-1D5A-465E-A3E7-F515139485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753D6A-8E22-4D11-9680-4ED41E1A64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EE57FD-567A-4F00-951B-D2FE21DDA1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F4F9FB-FEA8-4992-91A7-86B119B0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10DDA7-003B-4F23-BFA6-C632A21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8E93B5-9355-4780-AA12-0AC93BA4E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717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471DD-897F-4595-8ABF-7ADA9F19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9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33FE4-1752-44EE-BD77-3D399C835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7D8003-9A3F-4009-8153-703D2E38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797-25D3-4937-B847-BF0F973F9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80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280CA4-6690-47B9-A8ED-82E6271D4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A8E329-C054-48E6-A44C-045F929E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2ED5C-A023-4B9E-B8E6-058236517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26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F072E-F6C4-4F7D-9CD3-E86C519B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BD64D-591E-4180-AD8B-65A8D3AE8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EFD514-6A2B-4F07-8972-4243C2F2B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1CF6E-CCB7-421B-BA84-B00A89141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CAF3D-9685-414C-831D-30D707719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BF557-0159-4A97-9E87-D8D0F8624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63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7F801-6C81-4D6B-B7B2-97230A490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BAB416-3074-4995-B313-66AF64E94B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FE19C-018D-48CD-8969-938017319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F2BF68-344B-4350-B9BF-39BAF19D3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F3E74C-D45A-4301-9476-E1F94A346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C367C-8F2C-49C7-A3EC-CD1CD388F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652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CC6AB-916B-4872-ADB7-2EE38C03F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BC95F2-65D3-4728-A9BF-4B1226F6D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B28D-3717-4CDB-824A-2D4D631E6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584CE-DE7C-4C34-94E8-80A16A045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E8DD1E-28CE-4E10-98D6-866418D64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775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CC8D2E-4302-4738-9896-99B8BAAA2B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844906-2E6D-437C-9444-A2C863F26A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ABB1D-C8B2-4D25-B618-8154E203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7B7F07-A62B-4DE6-BB1C-6682F2FC1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925B9-9321-461D-858A-E0425B4C6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0475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 Accent Colo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3"/>
            <a:ext cx="11653523" cy="1158793"/>
          </a:xfrm>
          <a:noFill/>
        </p:spPr>
        <p:txBody>
          <a:bodyPr tIns="91440" bIns="91440" anchor="t" anchorCtr="0">
            <a:spAutoFit/>
          </a:bodyPr>
          <a:lstStyle>
            <a:lvl1pPr>
              <a:defRPr sz="7056" spc="-98" baseline="0"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720504144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84200" y="1435497"/>
            <a:ext cx="11018520" cy="2308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036306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84200" y="1435497"/>
            <a:ext cx="11018520" cy="2308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57769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85086B-D464-4697-8972-FD220008F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8E012D-3850-4124-A0F1-3BB8DFEC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60965-0CA1-4E29-BBFE-630FA6779D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ED49D2-CC62-47A6-8FD4-1840AC42266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A5A0D-5A09-4B3C-B11F-973954574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AED91D-D5DC-400D-BFDF-CECA769DAE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A5D10-618F-48F3-BDB9-4DB13924004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301A8B75-9CB5-C41B-C7DE-8AF28044702A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5552" y="5741630"/>
            <a:ext cx="1293696" cy="1292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70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7" r:id="rId1"/>
    <p:sldLayoutId id="2147483988" r:id="rId2"/>
    <p:sldLayoutId id="2147484020" r:id="rId3"/>
    <p:sldLayoutId id="2147483989" r:id="rId4"/>
    <p:sldLayoutId id="2147483990" r:id="rId5"/>
    <p:sldLayoutId id="2147483991" r:id="rId6"/>
    <p:sldLayoutId id="2147483992" r:id="rId7"/>
    <p:sldLayoutId id="2147483993" r:id="rId8"/>
    <p:sldLayoutId id="2147483994" r:id="rId9"/>
    <p:sldLayoutId id="2147483995" r:id="rId10"/>
    <p:sldLayoutId id="2147483996" r:id="rId11"/>
    <p:sldLayoutId id="2147483997" r:id="rId12"/>
    <p:sldLayoutId id="2147484017" r:id="rId13"/>
    <p:sldLayoutId id="2147484018" r:id="rId14"/>
    <p:sldLayoutId id="214748401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002060"/>
          </a:solidFill>
          <a:latin typeface="Segoe UI" panose="020B0502040204020203" pitchFamily="34" charset="0"/>
          <a:ea typeface="Segoe UI Historic" panose="020B0502040204020203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windows/wsl/install-win1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s.microsoft.com/en-us/cli/azure/install-azure-cli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wth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>
                <a:ln w="3175">
                  <a:noFill/>
                </a:ln>
                <a:solidFill>
                  <a:srgbClr val="9966F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🚀 </a:t>
            </a:r>
            <a:r>
              <a:rPr lang="en-US" dirty="0" err="1">
                <a:ln w="3175">
                  <a:noFill/>
                </a:ln>
                <a:solidFill>
                  <a:srgbClr val="9966F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WanderAI</a:t>
            </a:r>
            <a:endParaRPr lang="en-US" dirty="0">
              <a:ln w="3175">
                <a:noFill/>
              </a:ln>
              <a:solidFill>
                <a:srgbClr val="9966FF"/>
              </a:solidFill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8FF79584-2A68-E4C0-6F82-610A3B2D77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Your Travel Planning Startup</a:t>
            </a:r>
          </a:p>
        </p:txBody>
      </p:sp>
    </p:spTree>
    <p:extLst>
      <p:ext uri="{BB962C8B-B14F-4D97-AF65-F5344CB8AC3E}">
        <p14:creationId xmlns:p14="http://schemas.microsoft.com/office/powerpoint/2010/main" val="1858828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sign in the dark&#10;&#10;Description automatically generated">
            <a:extLst>
              <a:ext uri="{FF2B5EF4-FFF2-40B4-BE49-F238E27FC236}">
                <a16:creationId xmlns:a16="http://schemas.microsoft.com/office/drawing/2014/main" id="{BE6589E2-4BBA-2F44-91F9-E56FD50BED9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92037" y="259976"/>
            <a:ext cx="7123481" cy="17481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F49C9-ADEF-4199-87BD-25B691F4E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671" y="2107614"/>
            <a:ext cx="10515600" cy="61247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12800" dirty="0">
                <a:solidFill>
                  <a:srgbClr val="7030A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🚀 </a:t>
            </a:r>
            <a:r>
              <a:rPr lang="en-US" sz="12800" dirty="0" err="1">
                <a:solidFill>
                  <a:srgbClr val="7030A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WanderAI</a:t>
            </a:r>
            <a:r>
              <a:rPr lang="en-US" sz="12800" dirty="0">
                <a:solidFill>
                  <a:srgbClr val="7030A0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- Your Travel Planning Startup</a:t>
            </a:r>
          </a:p>
          <a:p>
            <a:pPr marL="0" indent="0" algn="ctr">
              <a:buNone/>
            </a:pPr>
            <a:r>
              <a:rPr lang="en-US" sz="14400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Welcome &amp; Intros</a:t>
            </a:r>
            <a:endParaRPr lang="en-US" sz="14400" i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E725C8-3DB9-ED40-B2EB-EC82B1330DC9}"/>
              </a:ext>
            </a:extLst>
          </p:cNvPr>
          <p:cNvSpPr txBox="1"/>
          <p:nvPr/>
        </p:nvSpPr>
        <p:spPr>
          <a:xfrm>
            <a:off x="-1005840" y="9013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CC7858-BF12-7E43-99A3-CE60C78A568D}"/>
              </a:ext>
            </a:extLst>
          </p:cNvPr>
          <p:cNvSpPr txBox="1"/>
          <p:nvPr/>
        </p:nvSpPr>
        <p:spPr>
          <a:xfrm>
            <a:off x="547209" y="3429000"/>
            <a:ext cx="4005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Harry Kimpel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346C37-9DD6-7148-8A83-59A2EC49278C}"/>
              </a:ext>
            </a:extLst>
          </p:cNvPr>
          <p:cNvSpPr txBox="1"/>
          <p:nvPr/>
        </p:nvSpPr>
        <p:spPr>
          <a:xfrm>
            <a:off x="895552" y="3952220"/>
            <a:ext cx="3338286" cy="461665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DevRel @ New Relic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CA4306-9347-174B-A6A5-26AF52954EFB}"/>
              </a:ext>
            </a:extLst>
          </p:cNvPr>
          <p:cNvSpPr txBox="1"/>
          <p:nvPr/>
        </p:nvSpPr>
        <p:spPr>
          <a:xfrm>
            <a:off x="7505794" y="3454753"/>
            <a:ext cx="4005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&lt;Coach Name&gt;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2CAFFE-AE6B-B149-A1A8-8A9EFE3397E6}"/>
              </a:ext>
            </a:extLst>
          </p:cNvPr>
          <p:cNvSpPr txBox="1"/>
          <p:nvPr/>
        </p:nvSpPr>
        <p:spPr>
          <a:xfrm>
            <a:off x="7854137" y="3977973"/>
            <a:ext cx="3338286" cy="461665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&lt;Coach Title&gt;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475E8-B6CA-4270-974D-DF8D3952ED6B}"/>
              </a:ext>
            </a:extLst>
          </p:cNvPr>
          <p:cNvSpPr txBox="1"/>
          <p:nvPr/>
        </p:nvSpPr>
        <p:spPr>
          <a:xfrm>
            <a:off x="547209" y="4585655"/>
            <a:ext cx="4005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&lt;Coach Name&gt;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90EB69-E688-44E1-B201-02F25C93E7B5}"/>
              </a:ext>
            </a:extLst>
          </p:cNvPr>
          <p:cNvSpPr txBox="1"/>
          <p:nvPr/>
        </p:nvSpPr>
        <p:spPr>
          <a:xfrm>
            <a:off x="895552" y="5108875"/>
            <a:ext cx="3338286" cy="461665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&lt;Coach Title&gt;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A92C3D-FD94-4F13-B142-E7743BE77A67}"/>
              </a:ext>
            </a:extLst>
          </p:cNvPr>
          <p:cNvSpPr txBox="1"/>
          <p:nvPr/>
        </p:nvSpPr>
        <p:spPr>
          <a:xfrm>
            <a:off x="7505794" y="4585655"/>
            <a:ext cx="4005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&lt;Coach Name&gt;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8A1DD-2BF8-4974-92EB-55948F02856B}"/>
              </a:ext>
            </a:extLst>
          </p:cNvPr>
          <p:cNvSpPr txBox="1"/>
          <p:nvPr/>
        </p:nvSpPr>
        <p:spPr>
          <a:xfrm>
            <a:off x="7854137" y="5108875"/>
            <a:ext cx="3338286" cy="461665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&lt;Coach Title&gt;</a:t>
            </a:r>
          </a:p>
        </p:txBody>
      </p:sp>
    </p:spTree>
    <p:extLst>
      <p:ext uri="{BB962C8B-B14F-4D97-AF65-F5344CB8AC3E}">
        <p14:creationId xmlns:p14="http://schemas.microsoft.com/office/powerpoint/2010/main" val="4163897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Challenge Zero</a:t>
            </a:r>
            <a:endParaRPr lang="en-US" sz="32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3DF15-4403-D489-FA65-6DA8B097E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Deploy Microsoft Foundry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(incl. base LLM model)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4"/>
              </a:rPr>
              <a:t>Deploy Azure Native New Relic Service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Get your machines ready!</a:t>
            </a:r>
            <a:endParaRPr lang="en-US" sz="3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393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3C1D8-997A-3307-B567-5C31F432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1</a:t>
            </a:r>
            <a:br>
              <a:rPr lang="en-US" dirty="0"/>
            </a:br>
            <a:r>
              <a:rPr lang="en-US" dirty="0"/>
              <a:t>- Master the Foundations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AC27F-55BE-EAA1-2E0E-6E854A75A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algn="ctr"/>
            <a:r>
              <a:rPr lang="en-US" dirty="0"/>
              <a:t>Foundational knowledge of AI agents, the Microsoft Agent Framework, &amp; observability concepts</a:t>
            </a:r>
          </a:p>
        </p:txBody>
      </p:sp>
    </p:spTree>
    <p:extLst>
      <p:ext uri="{BB962C8B-B14F-4D97-AF65-F5344CB8AC3E}">
        <p14:creationId xmlns:p14="http://schemas.microsoft.com/office/powerpoint/2010/main" val="2990754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509A8-D248-48A9-80E4-41218D56B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Title Segoe UI 54pt</a:t>
            </a:r>
            <a:endParaRPr lang="en-US" sz="54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BF992-46E2-4A48-9C03-B9E15BA5E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Segoe UI font for content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"Lorem ipsum dolor sit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amet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consectetur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adipiscing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sed do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eiusmod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tempor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incididunt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labore et dolore magna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aliqua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Ut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enim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ad minim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veniam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quis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nostrud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exercitation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ullamco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laboris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nisi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aliquip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ex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commodo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consequat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Duis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aute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irure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dolor in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reprehenderit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voluptate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esse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cillum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dolore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eu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fugiat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nulla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pariatur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Excepteur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sint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occaecat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cupidatat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non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proident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sunt in culpa qui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officia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deserunt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mollit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anim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id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est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laborum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."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51B93-082E-F159-F4B6-DDC0E3942F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Slide Subtitle Segoe UI 32pt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261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Challenge #1</a:t>
            </a:r>
            <a:endParaRPr lang="en-US" sz="32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#1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Challenge goal details/specifications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Takes inputs: 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Location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A unique storage account name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Returns output: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storage account ID</a:t>
            </a:r>
          </a:p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#2</a:t>
            </a:r>
          </a:p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#3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3048B16-5BF1-7CB9-7FB4-FEF3812F70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&lt;Insert Challenge #1 Title Here&gt;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CFF63D-04FB-705F-FDE7-615DA747FAC4}"/>
              </a:ext>
            </a:extLst>
          </p:cNvPr>
          <p:cNvSpPr txBox="1"/>
          <p:nvPr/>
        </p:nvSpPr>
        <p:spPr>
          <a:xfrm>
            <a:off x="5034987" y="13079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110E3-5DA2-43FD-3338-F621924160AB}"/>
              </a:ext>
            </a:extLst>
          </p:cNvPr>
          <p:cNvSpPr txBox="1"/>
          <p:nvPr/>
        </p:nvSpPr>
        <p:spPr>
          <a:xfrm>
            <a:off x="5775767" y="108802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E1B2F0-C4E0-E0F5-983F-767CA58230D0}"/>
              </a:ext>
            </a:extLst>
          </p:cNvPr>
          <p:cNvSpPr txBox="1"/>
          <p:nvPr/>
        </p:nvSpPr>
        <p:spPr>
          <a:xfrm>
            <a:off x="6111433" y="11574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118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237E2-611E-B3D5-B7A0-DB2A1638D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2 Topic Header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D97D8-5C57-D744-5FAB-7CD4DEC2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Sub-Topic Tile</a:t>
            </a:r>
          </a:p>
        </p:txBody>
      </p:sp>
    </p:spTree>
    <p:extLst>
      <p:ext uri="{BB962C8B-B14F-4D97-AF65-F5344CB8AC3E}">
        <p14:creationId xmlns:p14="http://schemas.microsoft.com/office/powerpoint/2010/main" val="1304008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509A8-D248-48A9-80E4-41218D56B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Title Segoe UI 54pt</a:t>
            </a:r>
            <a:endParaRPr lang="en-US" sz="54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BF992-46E2-4A48-9C03-B9E15BA5E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Segoe UI font for content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"Lorem ipsum dolor sit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amet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consectetur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adipiscing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sed do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eiusmod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tempor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incididunt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labore et dolore magna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aliqua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Ut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enim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ad minim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veniam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quis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nostrud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exercitation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ullamco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laboris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nisi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aliquip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ex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commodo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consequat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Duis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aute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irure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dolor in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reprehenderit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voluptate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esse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cillum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dolore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eu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fugiat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nulla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pariatur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Excepteur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sint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occaecat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cupidatat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non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proident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sunt in culpa qui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officia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deserunt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mollit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anim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id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est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laborum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."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51B93-082E-F159-F4B6-DDC0E3942F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Slide Subtitle Segoe UI 32pt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316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Challenge #2</a:t>
            </a:r>
            <a:endParaRPr lang="en-US" sz="32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F7F96E-1EA5-9285-4DB4-502802165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#1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Challenge goal details/specifications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Takes inputs: 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Location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A unique storage account name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Returns output: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storage account ID</a:t>
            </a:r>
          </a:p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#2</a:t>
            </a:r>
          </a:p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#3</a:t>
            </a:r>
          </a:p>
          <a:p>
            <a:endParaRPr lang="en-US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&lt;Insert Challenge #2 Title here&gt;</a:t>
            </a:r>
            <a:endParaRPr lang="en-US" sz="3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137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2A5CE-6B55-7E50-78D7-F315E2D5F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X Topic Header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CFF82C-2B76-41AB-EE30-AFED414A7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Sub-Topic Title</a:t>
            </a:r>
          </a:p>
        </p:txBody>
      </p:sp>
    </p:spTree>
    <p:extLst>
      <p:ext uri="{BB962C8B-B14F-4D97-AF65-F5344CB8AC3E}">
        <p14:creationId xmlns:p14="http://schemas.microsoft.com/office/powerpoint/2010/main" val="3089467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509A8-D248-48A9-80E4-41218D56B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Title Segoe UI 54pt</a:t>
            </a:r>
            <a:endParaRPr lang="en-US" sz="54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BF992-46E2-4A48-9C03-B9E15BA5E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Segoe UI font for content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"Lorem ipsum dolor sit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amet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consectetur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adipiscing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sed do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eiusmod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tempor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incididunt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labore et dolore magna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aliqua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Ut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enim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ad minim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veniam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quis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nostrud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exercitation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ullamco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laboris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nisi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ut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aliquip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ex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commodo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consequat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Duis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aute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irure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dolor in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reprehenderit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voluptate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esse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cillum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dolore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eu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fugiat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nulla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pariatur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Excepteur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sint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occaecat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cupidatat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non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proident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sunt in culpa qui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officia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deserunt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mollit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anim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id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est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laborum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."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51B93-082E-F159-F4B6-DDC0E3942F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Slide Subtitle Segoe UI 32pt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993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Challenge #X</a:t>
            </a:r>
            <a:endParaRPr lang="en-US" sz="32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FDFA0-CC9F-E8E1-863B-9F616F353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#1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Challenge goal details/specifications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Takes inputs: 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Location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A unique storage account name</a:t>
            </a:r>
          </a:p>
          <a:p>
            <a:pPr lvl="1"/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Returns output:</a:t>
            </a:r>
          </a:p>
          <a:p>
            <a:pPr lvl="2"/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storage account ID</a:t>
            </a:r>
          </a:p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#2</a:t>
            </a:r>
          </a:p>
          <a:p>
            <a:r>
              <a:rPr lang="en-US" sz="3200" dirty="0">
                <a:latin typeface="Segoe UI" panose="020B0502040204020203" pitchFamily="34" charset="0"/>
                <a:cs typeface="Segoe UI" panose="020B0502040204020203" pitchFamily="34" charset="0"/>
              </a:rPr>
              <a:t>Key challenge goal #3</a:t>
            </a:r>
          </a:p>
          <a:p>
            <a:endParaRPr lang="en-US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&lt;Insert Challenge #X Title here&gt;</a:t>
            </a:r>
            <a:endParaRPr lang="en-US" sz="3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055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>
                <a:ln w="3175">
                  <a:noFill/>
                </a:ln>
                <a:solidFill>
                  <a:srgbClr val="9966FF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Thank You for Attending!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0E644413-C720-E12C-4003-B83B0D3EB8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solidFill>
                  <a:srgbClr val="FFC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https://aka.ms/wth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738299616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OneNoteFluid_FileOrder xmlns="d5681aaf-e75d-4680-b6a5-67eaf1333073" xsi:nil="true"/>
    <lcf76f155ced4ddcb4097134ff3c332f xmlns="d5681aaf-e75d-4680-b6a5-67eaf1333073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D60DD8F652F1944BE71621823B93445" ma:contentTypeVersion="20" ma:contentTypeDescription="Create a new document." ma:contentTypeScope="" ma:versionID="ca9162edec49feb2fee0b4551a61220d">
  <xsd:schema xmlns:xsd="http://www.w3.org/2001/XMLSchema" xmlns:xs="http://www.w3.org/2001/XMLSchema" xmlns:p="http://schemas.microsoft.com/office/2006/metadata/properties" xmlns:ns1="http://schemas.microsoft.com/sharepoint/v3" xmlns:ns2="d5681aaf-e75d-4680-b6a5-67eaf1333073" xmlns:ns3="230e9df3-be65-4c73-a93b-d1236ebd677e" xmlns:ns4="15d470b8-ee0f-4c7c-b3dd-47210eefc9bb" targetNamespace="http://schemas.microsoft.com/office/2006/metadata/properties" ma:root="true" ma:fieldsID="257895244c366e75573991e6fb322f55" ns1:_="" ns2:_="" ns3:_="" ns4:_="">
    <xsd:import namespace="http://schemas.microsoft.com/sharepoint/v3"/>
    <xsd:import namespace="d5681aaf-e75d-4680-b6a5-67eaf1333073"/>
    <xsd:import namespace="230e9df3-be65-4c73-a93b-d1236ebd677e"/>
    <xsd:import namespace="15d470b8-ee0f-4c7c-b3dd-47210eefc9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OneNoteFluid_FileOrder" minOccurs="0"/>
                <xsd:element ref="ns1:_ip_UnifiedCompliancePolicyProperties" minOccurs="0"/>
                <xsd:element ref="ns1:_ip_UnifiedCompliancePolicyUIAction" minOccurs="0"/>
                <xsd:element ref="ns4:SharedWithUsers" minOccurs="0"/>
                <xsd:element ref="ns4:SharedWithDetails" minOccurs="0"/>
                <xsd:element ref="ns2:MediaServiceSearchProperties" minOccurs="0"/>
                <xsd:element ref="ns2:MediaServiceDocTag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681aaf-e75d-4680-b6a5-67eaf133307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OneNoteFluid_FileOrder" ma:index="18" nillable="true" ma:displayName="OneNoteFluid_FileOrder" ma:internalName="OneNoteFluid_FileOrder">
      <xsd:simpleType>
        <xsd:restriction base="dms:Text">
          <xsd:maxLength value="255"/>
        </xsd:restriction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24" nillable="true" ma:displayName="MediaServiceDocTags" ma:hidden="true" ma:internalName="MediaServiceDocTags" ma:readOnly="true">
      <xsd:simpleType>
        <xsd:restriction base="dms:Note"/>
      </xsd:simpleType>
    </xsd:element>
    <xsd:element name="MediaServiceDateTaken" ma:index="2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b6b72968-36bd-4383-8b6e-1cc99c113b15}" ma:internalName="TaxCatchAll" ma:showField="CatchAllData" ma:web="15d470b8-ee0f-4c7c-b3dd-47210eefc9b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d470b8-ee0f-4c7c-b3dd-47210eefc9bb" elementFormDefault="qualified">
    <xsd:import namespace="http://schemas.microsoft.com/office/2006/documentManagement/types"/>
    <xsd:import namespace="http://schemas.microsoft.com/office/infopath/2007/PartnerControls"/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84066F-CF25-477A-816A-71B1599BA42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E1AEC35-FA48-4D92-B146-8AAF6D580B36}">
  <ds:schemaRefs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15d470b8-ee0f-4c7c-b3dd-47210eefc9bb"/>
    <ds:schemaRef ds:uri="http://www.w3.org/XML/1998/namespace"/>
    <ds:schemaRef ds:uri="d5681aaf-e75d-4680-b6a5-67eaf1333073"/>
    <ds:schemaRef ds:uri="http://purl.org/dc/elements/1.1/"/>
    <ds:schemaRef ds:uri="230e9df3-be65-4c73-a93b-d1236ebd677e"/>
    <ds:schemaRef ds:uri="http://schemas.microsoft.com/sharepoint/v3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D297C88A-D0C3-4811-9063-F2652EC3F0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5681aaf-e75d-4680-b6a5-67eaf1333073"/>
    <ds:schemaRef ds:uri="230e9df3-be65-4c73-a93b-d1236ebd677e"/>
    <ds:schemaRef ds:uri="15d470b8-ee0f-4c7c-b3dd-47210eefc9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907</Words>
  <Application>Microsoft Macintosh PowerPoint</Application>
  <PresentationFormat>Widescreen</PresentationFormat>
  <Paragraphs>116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Segoe UI</vt:lpstr>
      <vt:lpstr>Segoe UI Light</vt:lpstr>
      <vt:lpstr>Wingdings</vt:lpstr>
      <vt:lpstr>2_Office Theme</vt:lpstr>
      <vt:lpstr>🚀 WanderAI</vt:lpstr>
      <vt:lpstr>PowerPoint Presentation</vt:lpstr>
      <vt:lpstr>Challenge Zero</vt:lpstr>
      <vt:lpstr>Challenge 1 - Master the Foundations</vt:lpstr>
      <vt:lpstr>Title Segoe UI 54pt</vt:lpstr>
      <vt:lpstr>Challenge #1</vt:lpstr>
      <vt:lpstr>Challenge 2 Topic Header</vt:lpstr>
      <vt:lpstr>Title Segoe UI 54pt</vt:lpstr>
      <vt:lpstr>Challenge #2</vt:lpstr>
      <vt:lpstr>Challenge X Topic Header</vt:lpstr>
      <vt:lpstr>Title Segoe UI 54pt</vt:lpstr>
      <vt:lpstr>Challenge #X</vt:lpstr>
      <vt:lpstr>Thank You for Attending!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2022-05-07T20:57:19Z</dcterms:created>
  <dcterms:modified xsi:type="dcterms:W3CDTF">2026-01-28T18:00:10Z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0x0101002D60DD8F652F1944BE71621823B93445</vt:lpwstr>
  </property>
  <property fmtid="{D5CDD505-2E9C-101B-9397-08002B2CF9AE}" pid="3" name="MediaServiceImageTags">
    <vt:lpwstr/>
  </property>
</Properties>
</file>